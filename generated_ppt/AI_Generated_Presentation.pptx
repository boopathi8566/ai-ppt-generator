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200"/>
              </a:spcAft>
              <a:defRPr sz="2000">
                <a:solidFill>
                  <a:srgbClr val="0F172A"/>
                </a:solidFill>
              </a:defRPr>
            </a:pPr>
            <a:r>
              <a:t>• Overview of modern food delivery platforms</a:t>
            </a:r>
          </a:p>
          <a:p>
            <a:pPr>
              <a:spcAft>
                <a:spcPts val="1200"/>
              </a:spcAft>
              <a:defRPr sz="2000">
                <a:solidFill>
                  <a:srgbClr val="0F172A"/>
                </a:solidFill>
              </a:defRPr>
            </a:pPr>
            <a:r>
              <a:t>• Connecting customers with local restaurants</a:t>
            </a:r>
          </a:p>
          <a:p>
            <a:pPr>
              <a:spcAft>
                <a:spcPts val="1200"/>
              </a:spcAft>
              <a:defRPr sz="2000">
                <a:solidFill>
                  <a:srgbClr val="0F172A"/>
                </a:solidFill>
              </a:defRPr>
            </a:pPr>
            <a:r>
              <a:t>• Seamless ordering and fast fulfillment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563EB"/>
                </a:solidFill>
              </a:defRPr>
            </a:pPr>
            <a:r>
              <a:t>AI PPT Generator • Powered by Gemini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Key Stakeholders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200"/>
              </a:spcAft>
              <a:defRPr sz="2000">
                <a:solidFill>
                  <a:srgbClr val="0F172A"/>
                </a:solidFill>
              </a:defRPr>
            </a:pPr>
            <a:r>
              <a:t>• Customers seeking convenient meal options</a:t>
            </a:r>
          </a:p>
          <a:p>
            <a:pPr>
              <a:spcAft>
                <a:spcPts val="1200"/>
              </a:spcAft>
              <a:defRPr sz="2000">
                <a:solidFill>
                  <a:srgbClr val="0F172A"/>
                </a:solidFill>
              </a:defRPr>
            </a:pPr>
            <a:r>
              <a:t>• Restaurants looking to increase sales and reach</a:t>
            </a:r>
          </a:p>
          <a:p>
            <a:pPr>
              <a:spcAft>
                <a:spcPts val="1200"/>
              </a:spcAft>
              <a:defRPr sz="2000">
                <a:solidFill>
                  <a:srgbClr val="0F172A"/>
                </a:solidFill>
              </a:defRPr>
            </a:pPr>
            <a:r>
              <a:t>• Delivery drivers providing logistics support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563EB"/>
                </a:solidFill>
              </a:defRPr>
            </a:pPr>
            <a:r>
              <a:t>AI PPT Generator • Powered by Gemini 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Customer App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200"/>
              </a:spcAft>
              <a:defRPr sz="2000">
                <a:solidFill>
                  <a:srgbClr val="0F172A"/>
                </a:solidFill>
              </a:defRPr>
            </a:pPr>
            <a:r>
              <a:t>• User-friendly interface and search filters</a:t>
            </a:r>
          </a:p>
          <a:p>
            <a:pPr>
              <a:spcAft>
                <a:spcPts val="1200"/>
              </a:spcAft>
              <a:defRPr sz="2000">
                <a:solidFill>
                  <a:srgbClr val="0F172A"/>
                </a:solidFill>
              </a:defRPr>
            </a:pPr>
            <a:r>
              <a:t>• Real-time order tracking via GPS</a:t>
            </a:r>
          </a:p>
          <a:p>
            <a:pPr>
              <a:spcAft>
                <a:spcPts val="1200"/>
              </a:spcAft>
              <a:defRPr sz="2000">
                <a:solidFill>
                  <a:srgbClr val="0F172A"/>
                </a:solidFill>
              </a:defRPr>
            </a:pPr>
            <a:r>
              <a:t>• Secure digital payment integration</a:t>
            </a:r>
          </a:p>
          <a:p>
            <a:pPr>
              <a:spcAft>
                <a:spcPts val="1200"/>
              </a:spcAft>
              <a:defRPr sz="2000">
                <a:solidFill>
                  <a:srgbClr val="0F172A"/>
                </a:solidFill>
              </a:defRPr>
            </a:pPr>
            <a:r>
              <a:t>• Rating and review system for restaurants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563EB"/>
                </a:solidFill>
              </a:defRPr>
            </a:pPr>
            <a:r>
              <a:t>AI PPT Generator • Powered by Gemini 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Restaurant Portal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200"/>
              </a:spcAft>
              <a:defRPr sz="2000">
                <a:solidFill>
                  <a:srgbClr val="0F172A"/>
                </a:solidFill>
              </a:defRPr>
            </a:pPr>
            <a:r>
              <a:t>• Dashboard for managing incoming orders</a:t>
            </a:r>
          </a:p>
          <a:p>
            <a:pPr>
              <a:spcAft>
                <a:spcPts val="1200"/>
              </a:spcAft>
              <a:defRPr sz="2000">
                <a:solidFill>
                  <a:srgbClr val="0F172A"/>
                </a:solidFill>
              </a:defRPr>
            </a:pPr>
            <a:r>
              <a:t>• Menu and pricing update capabilities</a:t>
            </a:r>
          </a:p>
          <a:p>
            <a:pPr>
              <a:spcAft>
                <a:spcPts val="1200"/>
              </a:spcAft>
              <a:defRPr sz="2000">
                <a:solidFill>
                  <a:srgbClr val="0F172A"/>
                </a:solidFill>
              </a:defRPr>
            </a:pPr>
            <a:r>
              <a:t>• Analytics and sales performance reports</a:t>
            </a:r>
          </a:p>
          <a:p>
            <a:pPr>
              <a:spcAft>
                <a:spcPts val="1200"/>
              </a:spcAft>
              <a:defRPr sz="2000">
                <a:solidFill>
                  <a:srgbClr val="0F172A"/>
                </a:solidFill>
              </a:defRPr>
            </a:pPr>
            <a:r>
              <a:t>• Direct communication with customers and drivers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563EB"/>
                </a:solidFill>
              </a:defRPr>
            </a:pPr>
            <a:r>
              <a:t>AI PPT Generator • Powered by Gemini 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Delivery Logistics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200"/>
              </a:spcAft>
              <a:defRPr sz="2000">
                <a:solidFill>
                  <a:srgbClr val="0F172A"/>
                </a:solidFill>
              </a:defRPr>
            </a:pPr>
            <a:r>
              <a:t>• Automated order dispatch to nearby drivers</a:t>
            </a:r>
          </a:p>
          <a:p>
            <a:pPr>
              <a:spcAft>
                <a:spcPts val="1200"/>
              </a:spcAft>
              <a:defRPr sz="2000">
                <a:solidFill>
                  <a:srgbClr val="0F172A"/>
                </a:solidFill>
              </a:defRPr>
            </a:pPr>
            <a:r>
              <a:t>• Optimized routing for faster delivery times</a:t>
            </a:r>
          </a:p>
          <a:p>
            <a:pPr>
              <a:spcAft>
                <a:spcPts val="1200"/>
              </a:spcAft>
              <a:defRPr sz="2000">
                <a:solidFill>
                  <a:srgbClr val="0F172A"/>
                </a:solidFill>
              </a:defRPr>
            </a:pPr>
            <a:r>
              <a:t>• Driver earnings and trip history tracking</a:t>
            </a:r>
          </a:p>
          <a:p>
            <a:pPr>
              <a:spcAft>
                <a:spcPts val="1200"/>
              </a:spcAft>
              <a:defRPr sz="2000">
                <a:solidFill>
                  <a:srgbClr val="0F172A"/>
                </a:solidFill>
              </a:defRPr>
            </a:pPr>
            <a:r>
              <a:t>• Support for contactless delivery options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563EB"/>
                </a:solidFill>
              </a:defRPr>
            </a:pPr>
            <a:r>
              <a:t>AI PPT Generator • Powered by Gemini AI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Benefits and Advantages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200"/>
              </a:spcAft>
              <a:defRPr sz="2000">
                <a:solidFill>
                  <a:srgbClr val="0F172A"/>
                </a:solidFill>
              </a:defRPr>
            </a:pPr>
            <a:r>
              <a:t>• High convenience for busy consumers</a:t>
            </a:r>
          </a:p>
          <a:p>
            <a:pPr>
              <a:spcAft>
                <a:spcPts val="1200"/>
              </a:spcAft>
              <a:defRPr sz="2000">
                <a:solidFill>
                  <a:srgbClr val="0F172A"/>
                </a:solidFill>
              </a:defRPr>
            </a:pPr>
            <a:r>
              <a:t>• Expanded market reach for small businesses</a:t>
            </a:r>
          </a:p>
          <a:p>
            <a:pPr>
              <a:spcAft>
                <a:spcPts val="1200"/>
              </a:spcAft>
              <a:defRPr sz="2000">
                <a:solidFill>
                  <a:srgbClr val="0F172A"/>
                </a:solidFill>
              </a:defRPr>
            </a:pPr>
            <a:r>
              <a:t>• Flexible income opportunities for delivery personnel</a:t>
            </a:r>
          </a:p>
          <a:p>
            <a:pPr>
              <a:spcAft>
                <a:spcPts val="1200"/>
              </a:spcAft>
              <a:defRPr sz="2000">
                <a:solidFill>
                  <a:srgbClr val="0F172A"/>
                </a:solidFill>
              </a:defRPr>
            </a:pPr>
            <a:r>
              <a:t>• Data-driven insights for continuous improvement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563EB"/>
                </a:solidFill>
              </a:defRPr>
            </a:pPr>
            <a:r>
              <a:t>AI PPT Generator • Powered by Gemini 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