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Introduction to Gesture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Enables human-computer interaction without physical devices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Translates hand and body movements into digital commands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Utilizes advanced sensors and computer vision technologies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Replaces traditional input tools like mice and keyboards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AI PPT Generator • Powered by Gemini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Core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Computer vision for real-time visual tracking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Infrared sensors for depth and distance measurement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Accelerometers and gyroscopes for motion sensing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Machine learning algorithms for pattern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AI PPT Generator • Powered by Gemini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Key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Smart home automation and appliance control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Automotive interfaces for safer driving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Healthcare systems for touchless device operation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Immersive gaming and virtual reality experiences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AI PPT Generator • Powered by Gemini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Advantages of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Provides a highly intuitive user experience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Improves hygiene by eliminating physical touch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Allows for natural and fluid movement controls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Enhances accessibility for users with disabilities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AI PPT Generator • Powered by Gemini 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Current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High sensitivity to varying lighting conditions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Difficulty in filtering out accidental movements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Requires significant processing power for accuracy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Lack of universal standardization across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AI PPT Generator • Powered by Gemini 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Future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Integration with augmented reality and metaverse environments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Micro-gesture recognition for wearable technology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Improved AI models for zero-latency response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Seamless multi-modal interaction combining voice and gestures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AI PPT Generator • Powered by Gemini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Gesture control redefines how we interact with technology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Overcoming hardware and software challenges is ongoing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Poised to become a standard interface in daily life</a:t>
            </a:r>
          </a:p>
          <a:p>
            <a:pPr>
              <a:spcAft>
                <a:spcPts val="1200"/>
              </a:spcAft>
              <a:defRPr sz="2000">
                <a:solidFill>
                  <a:srgbClr val="0F172A"/>
                </a:solidFill>
              </a:defRPr>
            </a:pPr>
            <a:r>
              <a:t>• Opens new possibilities for human-machine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2563EB"/>
                </a:solidFill>
              </a:defRPr>
            </a:pPr>
            <a:r>
              <a:t>AI PPT Generator • Powered by Gemini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